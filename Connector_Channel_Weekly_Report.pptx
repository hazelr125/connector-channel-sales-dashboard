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%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Chennai</c:v>
                </c:pt>
                <c:pt idx="1">
                  <c:v>Mumbai</c:v>
                </c:pt>
                <c:pt idx="2">
                  <c:v>Pune</c:v>
                </c:pt>
                <c:pt idx="3">
                  <c:v>Delhi NCR</c:v>
                </c:pt>
                <c:pt idx="4">
                  <c:v>Hyderabad</c:v>
                </c:pt>
                <c:pt idx="5">
                  <c:v>Bangalore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28.1</c:v>
                </c:pt>
                <c:pt idx="1">
                  <c:v>49.5</c:v>
                </c:pt>
                <c:pt idx="2">
                  <c:v>49.6</c:v>
                </c:pt>
                <c:pt idx="3">
                  <c:v>52.7</c:v>
                </c:pt>
                <c:pt idx="4">
                  <c:v>53.3</c:v>
                </c:pt>
                <c:pt idx="5">
                  <c:v>56.7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Connector Channel Performance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Weekly MIS Report — Auto-generated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Region-wise Conversion Funnel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 — Root Cause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Chennai shows the lowest conversion at 28.1%, largely driven by underperformance in the Aggregator segment (39.2% conversion).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